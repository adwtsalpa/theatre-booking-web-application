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BBA83D-D518-4C4F-B308-0676672B27A0}" v="2" dt="2026-05-31T09:59:47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13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νδρέας Τσαλπατούρος" userId="74d6b5fb4f42f265" providerId="LiveId" clId="{B5858D97-FC7F-436E-BCF0-67790171AE17}"/>
    <pc:docChg chg="modSld">
      <pc:chgData name="Aνδρέας Τσαλπατούρος" userId="74d6b5fb4f42f265" providerId="LiveId" clId="{B5858D97-FC7F-436E-BCF0-67790171AE17}" dt="2026-05-31T09:59:47.416" v="2"/>
      <pc:docMkLst>
        <pc:docMk/>
      </pc:docMkLst>
      <pc:sldChg chg="modSp mod">
        <pc:chgData name="Aνδρέας Τσαλπατούρος" userId="74d6b5fb4f42f265" providerId="LiveId" clId="{B5858D97-FC7F-436E-BCF0-67790171AE17}" dt="2026-05-31T09:59:47.416" v="2"/>
        <pc:sldMkLst>
          <pc:docMk/>
          <pc:sldMk cId="0" sldId="270"/>
        </pc:sldMkLst>
        <pc:spChg chg="mod">
          <ac:chgData name="Aνδρέας Τσαλπατούρος" userId="74d6b5fb4f42f265" providerId="LiveId" clId="{B5858D97-FC7F-436E-BCF0-67790171AE17}" dt="2026-05-31T09:59:47.416" v="2"/>
          <ac:spMkLst>
            <pc:docMk/>
            <pc:sldMk cId="0" sldId="270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8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" cy="137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137160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10789920" y="6720840"/>
            <a:ext cx="1371600" cy="137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12024360" y="5486400"/>
            <a:ext cx="137160" cy="137160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0" y="155448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5D37A"/>
                </a:solidFill>
              </a:rPr>
              <a:t>🎭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0" y="27432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5D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Theatre Booking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0" y="361188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0" y="43891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Κλείσε θέση για την αγαπημένη σου παράσταση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57607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Project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Τσαλπατούρος Ανδρέας  •  Mobile &amp; Distributed Systems / Μητροπολιτικό Κολλέγιο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Στόχος &amp; Βασική Ιδέα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κάνει η εφαρμογή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πλατφόρμα κρατήσεων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θεατρικές παραστάσεις.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χρήστης μπορεί να αναζητήσει θέατρα και παραστάσεις, να δει διαθέσιμες ώρες και θέσεις, και να κάνει κράτηση σε λίγα βήματα — με ασφαλή authentication και live διαθεσιμότητα θέσεων που αποτρέπει double-booking.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Κύριες λειτουργίες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Εγγραφή &amp; σύνδεση χρηστών (JWT auth)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Αναζήτηση θεάτρων &amp; παραστάσεων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Προβολή showtimes &amp; διαθεσιμότητας θέσεων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Κράτηση πολλαπλών θέσεων σε μία συναλλαγή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Προβολή &amp; ακύρωση προσωπικών κρατήσεων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Αρχιτεκτονική Συστήματος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926080" cy="3657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· Components · State · Axios HTTP client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01168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Shape 9"/>
          <p:cNvSpPr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2" name="Text 10"/>
          <p:cNvSpPr/>
          <p:nvPr/>
        </p:nvSpPr>
        <p:spPr>
          <a:xfrm>
            <a:off x="48006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3246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7947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· Controllers · Services · JWT Middleware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201168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Shape 15"/>
          <p:cNvSpPr/>
          <p:nvPr/>
        </p:nvSpPr>
        <p:spPr>
          <a:xfrm>
            <a:off x="8503920" y="2011680"/>
            <a:ext cx="2926080" cy="365760"/>
          </a:xfrm>
          <a:prstGeom prst="rect">
            <a:avLst/>
          </a:prstGeom>
          <a:solidFill>
            <a:srgbClr val="B93D3D"/>
          </a:solidFill>
          <a:ln w="12700">
            <a:solidFill>
              <a:srgbClr val="B93D3D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8" name="Text 16"/>
          <p:cNvSpPr/>
          <p:nvPr/>
        </p:nvSpPr>
        <p:spPr>
          <a:xfrm>
            <a:off x="86868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0" y="3246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0" y="37947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· Relations · Transactions · Indexes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337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7452360" y="3337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· JSON · JWT in Authorization header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 με hooks (useState, useEffect, useMemo)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4526280" y="1554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6280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&amp; dev server με HMR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" name="Text 14"/>
          <p:cNvSpPr/>
          <p:nvPr/>
        </p:nvSpPr>
        <p:spPr>
          <a:xfrm>
            <a:off x="8275320" y="1554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75320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με auth interceptor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777240" y="3017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291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3703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29260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5" name="Shape 23"/>
          <p:cNvSpPr/>
          <p:nvPr/>
        </p:nvSpPr>
        <p:spPr>
          <a:xfrm>
            <a:off x="4297680" y="292608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6" name="Text 24"/>
          <p:cNvSpPr/>
          <p:nvPr/>
        </p:nvSpPr>
        <p:spPr>
          <a:xfrm>
            <a:off x="4526280" y="3017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3291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26280" y="3703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&amp; routing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29260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0" name="Shape 28"/>
          <p:cNvSpPr/>
          <p:nvPr/>
        </p:nvSpPr>
        <p:spPr>
          <a:xfrm>
            <a:off x="8046720" y="292608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1" name="Text 29"/>
          <p:cNvSpPr/>
          <p:nvPr/>
        </p:nvSpPr>
        <p:spPr>
          <a:xfrm>
            <a:off x="8275320" y="3017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75320" y="3291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MariaDB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75320" y="3703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mysql2 driver (promise + pool)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5" name="Shape 33"/>
          <p:cNvSpPr/>
          <p:nvPr/>
        </p:nvSpPr>
        <p:spPr>
          <a:xfrm>
            <a:off x="548640" y="438912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6" name="Text 34"/>
          <p:cNvSpPr/>
          <p:nvPr/>
        </p:nvSpPr>
        <p:spPr>
          <a:xfrm>
            <a:off x="777240" y="4480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4754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bcrypt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7240" y="5166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(salt rounds: 10)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97680" y="43891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0" name="Shape 38"/>
          <p:cNvSpPr/>
          <p:nvPr/>
        </p:nvSpPr>
        <p:spPr>
          <a:xfrm>
            <a:off x="4297680" y="438912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1" name="Text 39"/>
          <p:cNvSpPr/>
          <p:nvPr/>
        </p:nvSpPr>
        <p:spPr>
          <a:xfrm>
            <a:off x="4526280" y="4480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26280" y="4754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jsonwebtoken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526280" y="5166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generation &amp; verification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46720" y="43891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5" name="Shape 43"/>
          <p:cNvSpPr/>
          <p:nvPr/>
        </p:nvSpPr>
        <p:spPr>
          <a:xfrm>
            <a:off x="8046720" y="4389120"/>
            <a:ext cx="73152" cy="1280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6" name="Text 44"/>
          <p:cNvSpPr/>
          <p:nvPr/>
        </p:nvSpPr>
        <p:spPr>
          <a:xfrm>
            <a:off x="8275320" y="4480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75320" y="4754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CORS · dotenv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275320" y="5166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&amp; environment config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Architecture — Layered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Καθαρός διαχωρισμός responsibilities: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 HTTP requests σε handlers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 layer (req/res, status codes)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business logic &amp; validation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MariaDB pool (config/db.js)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JWT auth, error handling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Πλεονέκτημα: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Εύκολο testing, refactoring, και αλλαγή DB χωρίς να πειραχτούν τα routes.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1463040"/>
            <a:ext cx="4754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Shape 7"/>
          <p:cNvSpPr/>
          <p:nvPr/>
        </p:nvSpPr>
        <p:spPr>
          <a:xfrm>
            <a:off x="6858000" y="1463040"/>
            <a:ext cx="137160" cy="594360"/>
          </a:xfrm>
          <a:prstGeom prst="rect">
            <a:avLst/>
          </a:prstGeom>
          <a:solidFill>
            <a:srgbClr val="6B6375"/>
          </a:solidFill>
          <a:ln w="12700">
            <a:solidFill>
              <a:srgbClr val="6B637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713232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1783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 frontend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052560" y="20391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D37A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2221992"/>
            <a:ext cx="4754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" name="Shape 12"/>
          <p:cNvSpPr/>
          <p:nvPr/>
        </p:nvSpPr>
        <p:spPr>
          <a:xfrm>
            <a:off x="6858000" y="2221992"/>
            <a:ext cx="137160" cy="5943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3"/>
          <p:cNvSpPr/>
          <p:nvPr/>
        </p:nvSpPr>
        <p:spPr>
          <a:xfrm>
            <a:off x="7132320" y="2267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25420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authRoutes · showRoutes · ...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52560" y="27980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D37A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2980944"/>
            <a:ext cx="4754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9" name="Shape 17"/>
          <p:cNvSpPr/>
          <p:nvPr/>
        </p:nvSpPr>
        <p:spPr>
          <a:xfrm>
            <a:off x="6858000" y="2980944"/>
            <a:ext cx="137160" cy="5943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0" name="Text 18"/>
          <p:cNvSpPr/>
          <p:nvPr/>
        </p:nvSpPr>
        <p:spPr>
          <a:xfrm>
            <a:off x="7132320" y="3026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33009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authenticateToken (JWT)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2560" y="3557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D37A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3739896"/>
            <a:ext cx="4754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4" name="Shape 22"/>
          <p:cNvSpPr/>
          <p:nvPr/>
        </p:nvSpPr>
        <p:spPr>
          <a:xfrm>
            <a:off x="6858000" y="3739896"/>
            <a:ext cx="137160" cy="594360"/>
          </a:xfrm>
          <a:prstGeom prst="rect">
            <a:avLst/>
          </a:prstGeom>
          <a:solidFill>
            <a:srgbClr val="B93D3D"/>
          </a:solidFill>
          <a:ln w="12700">
            <a:solidFill>
              <a:srgbClr val="B93D3D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5" name="Text 23"/>
          <p:cNvSpPr/>
          <p:nvPr/>
        </p:nvSpPr>
        <p:spPr>
          <a:xfrm>
            <a:off x="7132320" y="3785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405993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req/res handling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52560" y="4315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D37A"/>
                </a:solidFill>
              </a:rPr>
              <a:t>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498848"/>
            <a:ext cx="4754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9" name="Shape 27"/>
          <p:cNvSpPr/>
          <p:nvPr/>
        </p:nvSpPr>
        <p:spPr>
          <a:xfrm>
            <a:off x="6858000" y="4498848"/>
            <a:ext cx="137160" cy="594360"/>
          </a:xfrm>
          <a:prstGeom prst="rect">
            <a:avLst/>
          </a:prstGeom>
          <a:solidFill>
            <a:srgbClr val="3EA76A"/>
          </a:solidFill>
          <a:ln w="12700">
            <a:solidFill>
              <a:srgbClr val="3EA76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0" name="Text 28"/>
          <p:cNvSpPr/>
          <p:nvPr/>
        </p:nvSpPr>
        <p:spPr>
          <a:xfrm>
            <a:off x="7132320" y="4544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48188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5256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D37A"/>
                </a:solidFill>
              </a:rPr>
              <a:t>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0" y="5257800"/>
            <a:ext cx="4754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4" name="Shape 32"/>
          <p:cNvSpPr/>
          <p:nvPr/>
        </p:nvSpPr>
        <p:spPr>
          <a:xfrm>
            <a:off x="6858000" y="5257800"/>
            <a:ext cx="137160" cy="594360"/>
          </a:xfrm>
          <a:prstGeom prst="rect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5" name="Text 33"/>
          <p:cNvSpPr/>
          <p:nvPr/>
        </p:nvSpPr>
        <p:spPr>
          <a:xfrm>
            <a:off x="7132320" y="5303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(MariaDB)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5577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pool.query()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Δομή Βάσης Δεδομένων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41148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46304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657600" cy="4114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457200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theatres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theatre_id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21040" y="146304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Shape 11"/>
          <p:cNvSpPr/>
          <p:nvPr/>
        </p:nvSpPr>
        <p:spPr>
          <a:xfrm>
            <a:off x="8321040" y="1463040"/>
            <a:ext cx="3657600" cy="411480"/>
          </a:xfrm>
          <a:prstGeom prst="rect">
            <a:avLst/>
          </a:prstGeom>
          <a:solidFill>
            <a:srgbClr val="B93D3D"/>
          </a:solidFill>
          <a:ln w="12700">
            <a:solidFill>
              <a:srgbClr val="B93D3D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845820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19659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show_id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theatre_id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age_rating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657600" cy="411480"/>
          </a:xfrm>
          <a:prstGeom prst="rect">
            <a:avLst/>
          </a:prstGeom>
          <a:solidFill>
            <a:srgbClr val="3EA76A"/>
          </a:solidFill>
          <a:ln w="12700">
            <a:solidFill>
              <a:srgbClr val="3EA76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showtimes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5262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showtime_id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show_id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base_price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402336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Shape 19"/>
          <p:cNvSpPr/>
          <p:nvPr/>
        </p:nvSpPr>
        <p:spPr>
          <a:xfrm>
            <a:off x="4434840" y="4023360"/>
            <a:ext cx="3657600" cy="41148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2" name="Text 20"/>
          <p:cNvSpPr/>
          <p:nvPr/>
        </p:nvSpPr>
        <p:spPr>
          <a:xfrm>
            <a:off x="457200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5262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seat_id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showtime_id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row_label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seat_number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is_reserved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402336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5" name="Shape 23"/>
          <p:cNvSpPr/>
          <p:nvPr/>
        </p:nvSpPr>
        <p:spPr>
          <a:xfrm>
            <a:off x="8321040" y="4023360"/>
            <a:ext cx="3657600" cy="411480"/>
          </a:xfrm>
          <a:prstGeom prst="rect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6" name="Text 24"/>
          <p:cNvSpPr/>
          <p:nvPr/>
        </p:nvSpPr>
        <p:spPr>
          <a:xfrm>
            <a:off x="845820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 + reservation_seats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0" y="45262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reservation_id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showtime_id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total_price, status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reservation_seats 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reservation_seat_id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reservation_id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seat_id (FK)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Σχέσεις Μεταξύ Πινάκων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9728" cy="8229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6375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2160" y="1810512"/>
            <a:ext cx="822960" cy="32004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5852160" y="18105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χρήστης μπορεί να έχει πολλές κρατήσεις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09728" cy="8229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8229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theatres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637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2160" y="2724912"/>
            <a:ext cx="822960" cy="32004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8" name="Text 16"/>
          <p:cNvSpPr/>
          <p:nvPr/>
        </p:nvSpPr>
        <p:spPr>
          <a:xfrm>
            <a:off x="5852160" y="27249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651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 θέατρο φιλοξενεί πολλές παραστάσεις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09728" cy="8229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2" name="Text 20"/>
          <p:cNvSpPr/>
          <p:nvPr/>
        </p:nvSpPr>
        <p:spPr>
          <a:xfrm>
            <a:off x="82296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6375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747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showtimes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52160" y="3639312"/>
            <a:ext cx="822960" cy="32004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6" name="Text 24"/>
          <p:cNvSpPr/>
          <p:nvPr/>
        </p:nvSpPr>
        <p:spPr>
          <a:xfrm>
            <a:off x="5852160" y="36393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566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παράσταση έχει πολλές προβολές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109728" cy="8229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0" name="Text 28"/>
          <p:cNvSpPr/>
          <p:nvPr/>
        </p:nvSpPr>
        <p:spPr>
          <a:xfrm>
            <a:off x="82296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showtimes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1752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6375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7472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52160" y="4553712"/>
            <a:ext cx="822960" cy="32004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4" name="Text 32"/>
          <p:cNvSpPr/>
          <p:nvPr/>
        </p:nvSpPr>
        <p:spPr>
          <a:xfrm>
            <a:off x="5852160" y="45537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showtime έχει το δικό του σύνολο θέσεων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7" name="Shape 35"/>
          <p:cNvSpPr/>
          <p:nvPr/>
        </p:nvSpPr>
        <p:spPr>
          <a:xfrm>
            <a:off x="548640" y="5212080"/>
            <a:ext cx="109728" cy="8229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8" name="Text 36"/>
          <p:cNvSpPr/>
          <p:nvPr/>
        </p:nvSpPr>
        <p:spPr>
          <a:xfrm>
            <a:off x="822960" y="5394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017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6375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474720" y="5394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52160" y="5468112"/>
            <a:ext cx="822960" cy="32004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2" name="Text 40"/>
          <p:cNvSpPr/>
          <p:nvPr/>
        </p:nvSpPr>
        <p:spPr>
          <a:xfrm>
            <a:off x="5852160" y="54681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5394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Μέσω reservation_seats — κάθε κράτηση έχει πολλές θέσεις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Βασικά API Endpoints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60857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/auth/register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Εγγραφή νέου χρήστη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/auth/login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Σύνδεση &amp; επιστροφή JWT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A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/auth/profile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Στοιχεία τρέχοντος χρήστη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A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A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/theatres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Λίστα θεάτρων (με φίλτρα)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A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/shows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Λίστα παραστάσεων (με φίλτρα)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A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/shows/:id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Λεπτομέρειες παράστασης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A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/showtimes?showId=...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Showtimes για παράσταση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A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/seats/:showtimeId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Διαθεσιμότητα θέσεων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3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/reservations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Δημιουργία νέας κράτησης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A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A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/reservations/my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Οι κρατήσεις του χρήστη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A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3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/reservations/:id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Ακύρωση κράτησης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A7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Authorization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Μηχανισμός JWT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bcrypt (10 salt rounds) πριν αποθηκευτεί στη DB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παράγεται στο login (expires 1h, signed με JWT_SECRET)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αποθηκεύει το token στο localStorage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προσθέτει  Authorization: Bearer &lt;token&gt;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(authenticateToken) επαληθεύει το token σε protected routes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κρατήσεις φιλτράρονται με βάση το user_id του token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75120" y="1508760"/>
            <a:ext cx="548640" cy="54864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" name="Text 5"/>
          <p:cNvSpPr/>
          <p:nvPr/>
        </p:nvSpPr>
        <p:spPr>
          <a:xfrm>
            <a:off x="66751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60920" y="146304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749808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1792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email, password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0" y="2423160"/>
            <a:ext cx="548640" cy="548640"/>
          </a:xfrm>
          <a:prstGeom prst="ellipse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2" name="Text 10"/>
          <p:cNvSpPr/>
          <p:nvPr/>
        </p:nvSpPr>
        <p:spPr>
          <a:xfrm>
            <a:off x="66751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60920" y="237744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749808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2706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bcrypt.compare()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jwt.sign(...)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3337560"/>
            <a:ext cx="548640" cy="548640"/>
          </a:xfrm>
          <a:prstGeom prst="ellipse">
            <a:avLst/>
          </a:prstGeom>
          <a:solidFill>
            <a:srgbClr val="3EA76A"/>
          </a:solidFill>
          <a:ln w="12700">
            <a:solidFill>
              <a:srgbClr val="3EA76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66751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60920" y="329184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9" name="Text 17"/>
          <p:cNvSpPr/>
          <p:nvPr/>
        </p:nvSpPr>
        <p:spPr>
          <a:xfrm>
            <a:off x="749808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Returned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621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αποθηκεύει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4251960"/>
            <a:ext cx="548640" cy="548640"/>
          </a:xfrm>
          <a:prstGeom prst="ellipse">
            <a:avLst/>
          </a:prstGeom>
          <a:solidFill>
            <a:srgbClr val="B93D3D"/>
          </a:solidFill>
          <a:ln w="12700">
            <a:solidFill>
              <a:srgbClr val="B93D3D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2" name="Text 20"/>
          <p:cNvSpPr/>
          <p:nvPr/>
        </p:nvSpPr>
        <p:spPr>
          <a:xfrm>
            <a:off x="66751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60920" y="420624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4" name="Text 22"/>
          <p:cNvSpPr/>
          <p:nvPr/>
        </p:nvSpPr>
        <p:spPr>
          <a:xfrm>
            <a:off x="749808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Request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0" y="4535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&lt;token&gt;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5166360"/>
            <a:ext cx="548640" cy="548640"/>
          </a:xfrm>
          <a:prstGeom prst="ellipse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7" name="Text 25"/>
          <p:cNvSpPr/>
          <p:nvPr/>
        </p:nvSpPr>
        <p:spPr>
          <a:xfrm>
            <a:off x="66751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60920" y="512064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9" name="Text 27"/>
          <p:cNvSpPr/>
          <p:nvPr/>
        </p:nvSpPr>
        <p:spPr>
          <a:xfrm>
            <a:off x="7498080" y="5166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Verify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0" y="5449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jwt.verify()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req.user = payload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Εγγραφή &amp; Σύνδεση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δείχνει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switch ανάμεσα σε Login / Sign 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Φόρμα με validation στο backend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Επιτυχής εγγραφή → redirect στο login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Επιτυχής login → JWT token σε localStorage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 των δεδομένων μετά το login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08760"/>
            <a:ext cx="5577840" cy="4526280"/>
          </a:xfrm>
          <a:prstGeom prst="rect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7" name="Image 0" descr="/home/claude/shots2/login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947" y="1737360"/>
            <a:ext cx="2486025" cy="1714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34061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pic>
        <p:nvPicPr>
          <p:cNvPr id="9" name="Image 1" descr="/home/claude/shots2/signup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382" y="3680460"/>
            <a:ext cx="2383155" cy="171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3492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Θέατρα &amp; Παραστάσεις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δείχνει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Λίστα θεάτρων με πραγματικές εικόνες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Λίστα παραστάσεων με badges (διάρκεια, age rating)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Αναζήτηση με keyword (location / theatre / title)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button για επαναφορά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Κουμπί Details ανοίγει λεπτομέρειες &amp; showtimes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08760"/>
            <a:ext cx="5577840" cy="4526280"/>
          </a:xfrm>
          <a:prstGeom prst="rect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7" name="Image 0" descr="/home/claude/shots2/browse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50638"/>
            <a:ext cx="5120640" cy="2876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 &amp; Shows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Κράτηση Θέσεων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δείχνει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με διαθέσιμα showtimes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indicator &amp; θέσεις σε σειρές (A–E)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available / selected / reserved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Multi-seat selection + booking bar με summary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στο backend → atomic INSERT + UPDATE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08760"/>
            <a:ext cx="5577840" cy="4526280"/>
          </a:xfrm>
          <a:prstGeom prst="rect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7" name="Image 0" descr="/home/claude/shots2/seats_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27849"/>
            <a:ext cx="5120640" cy="31223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Seat Grid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Διαχείριση Κρατήσεων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δείχνει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created successfully — message + 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"My Reservations" κάτω από τα details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Ticket-styled card: παράσταση, ημερομηνία, θέσεις, σύνολο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 με πράσινο highlight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button — οι θέσεις γίνονται διαθέσιμες ξανά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08760"/>
            <a:ext cx="5577840" cy="4526280"/>
          </a:xfrm>
          <a:prstGeom prst="rect">
            <a:avLst/>
          </a:prstGeom>
          <a:solidFill>
            <a:srgbClr val="1B1B26"/>
          </a:solidFill>
          <a:ln w="12700">
            <a:solidFill>
              <a:srgbClr val="1B1B2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7" name="Image 0" descr="/home/claude/shots2/reservation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75837"/>
            <a:ext cx="5120640" cy="22263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Booking + My Reservations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73152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με 10 salt rounds — δεν αποθηκεύεται ποτέ plain-text password.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45262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257800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5780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tokens με expiration. Επαλήθευση σε κάθε protected request.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Text 11"/>
          <p:cNvSpPr/>
          <p:nvPr/>
        </p:nvSpPr>
        <p:spPr>
          <a:xfrm>
            <a:off x="82753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006840" y="1737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Transactions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0684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κρατήσεις γίνονται μέσα σε transaction — αν αποτύχει κάτι, γίνεται rollback.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508760" y="3474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886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τα queries χρησιμοποιούν placeholders (?) — προστασία από SQL injection.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29184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45262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📁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257800" y="3474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3886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credentials &amp; JWT secret σε .env file — δεν μπαίνουν στο repo.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29184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5" name="Text 23"/>
          <p:cNvSpPr/>
          <p:nvPr/>
        </p:nvSpPr>
        <p:spPr>
          <a:xfrm>
            <a:off x="82753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006840" y="3474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06840" y="38862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driver pool (works με MariaDB) με connection limit 10 — αποδοτική διαχείριση συνδέσεων.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Booking Web App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" cy="137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137160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10789920" y="6720840"/>
            <a:ext cx="1371600" cy="13716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12024360" y="5486400"/>
            <a:ext cx="137160" cy="1371600"/>
          </a:xfrm>
          <a:prstGeom prst="rect">
            <a:avLst/>
          </a:prstGeom>
          <a:solidFill>
            <a:srgbClr val="F5D37A"/>
          </a:solidFill>
          <a:ln w="12700">
            <a:solidFill>
              <a:srgbClr val="F5D37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0" y="164592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5D37A"/>
                </a:solidFill>
              </a:rPr>
              <a:t>🎭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5D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Ευχαριστώ!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0" y="51206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D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Τσαλπατούρος Ανδρέας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55321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Distributed Systems  •  </a:t>
            </a:r>
            <a:r>
              <a:rPr lang="en-US" sz="1200" dirty="0" err="1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Μητρο</a:t>
            </a: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πολιτικό Κολλέγιο</a:t>
            </a:r>
          </a:p>
          <a:p>
            <a:pPr algn="ctr"/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https://github.com/ADWTSALPA/Theatre-Booking-Web-Application/tree/main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1214</Words>
  <Application>Microsoft Office PowerPoint</Application>
  <PresentationFormat>Widescreen</PresentationFormat>
  <Paragraphs>330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Theatre Booking Web App</dc:title>
  <dc:subject>PptxGenJS Presentation</dc:subject>
  <dc:creator>Theatre Booking App Team</dc:creator>
  <cp:lastModifiedBy>Aνδρέας Τσαλπατούρος</cp:lastModifiedBy>
  <cp:revision>1</cp:revision>
  <dcterms:created xsi:type="dcterms:W3CDTF">2026-05-31T09:26:47Z</dcterms:created>
  <dcterms:modified xsi:type="dcterms:W3CDTF">2026-05-31T09:59:53Z</dcterms:modified>
</cp:coreProperties>
</file>